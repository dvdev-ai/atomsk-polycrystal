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7772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Программный комплекс ATOMSK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9688"/>
                </a:solidFill>
              </a:defRPr>
            </a:pPr>
            <a:r>
              <a:t>Поликристаллические Cu и Al при одноосном растяжении</a:t>
            </a:r>
          </a:p>
          <a:p>
            <a:r>
              <a:t>LAMMPS · OVITO · Диаграммы σ–ε (0, 300, 600 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Цель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Изучить назначение и возможности ATOMSK в атомистическом моделировании.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Построить модели поликристаллических Cu и Al (метод Вороного).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Провести MD-расчёт одноосного растяжения в LAMMPS.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Получить диаграммы «напряжение–деформация» при 0, 300 и 600 K.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Визуализировать структуру и деформирование в OVITO.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097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97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ATOMSK: назначение и возможности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Что такое ATOMSK?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Инструмент командной строки для создания и преобразования атомных конфигураций.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Форматы: LAMMPS, CFG, XSF, POSCAR, PDB и др.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Режим --polycrystal: поликристаллы методом тесселяции Вороного.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Свойство grainID — номер зерна (удобно для OVITO).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Сайт: atomsk.univ-lille.fr (P. Hirel, Univ. Lille).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Альтернативные подходы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Ручная сборка в VESTA / Crystal Maker — трудоёмко для поликристаллов.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Пакеты Neper, Dream.3D — зерновая структура + конвертация в MD.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Встроенное create_atoms в LAMMPS — только однородные/регулярные структуры.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ATOMSK — быстрый способ получить реалистичный поликристалл из seed-ячейки.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097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97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Методика расчёта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Построение модели (ATOMSK)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Cu: FCC, a = 3.615 Å; Al: FCC, a = 4.046 Å.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Куб 60×60×60 Å, 8 зёрен (случайные ориентации).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Команда: atomsk --polycrystal seed.xsf params.txt out.cfg -wrap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Экспорт: atomsk out.cfg lammps Cu_poly.data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~18 000 атомов (Cu), ~13 000 (Al).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Расчёт в LAMMPS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Потенциалы EAM: Cu_mishin1.eam.alloy, Al_zhou.eam.alloy.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Минимизация энергии → NPT-релаксация при заданной T.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Одноосное растяжение: fix deform x, боковые грани NPT (pyy, pzz → 0).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Скорость деформации ε̇ ≈ 10⁹ s⁻¹ (типично для MD).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Выход: stress_strain.dat (ε, σ_xx в ГПа).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097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97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Визуализация OVITO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Поликристалл Cu (раскраска по grainID)</a:t>
            </a:r>
          </a:p>
        </p:txBody>
      </p:sp>
      <p:pic>
        <p:nvPicPr>
          <p:cNvPr id="3" name="Picture 2" descr="ovito_Cu_polycrys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ATOMSK → CFG → OVITO, 8 зёрен, 60×60×60 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Поликристалл Al (раскраска по grainID)</a:t>
            </a:r>
          </a:p>
        </p:txBody>
      </p:sp>
      <p:pic>
        <p:nvPicPr>
          <p:cNvPr id="3" name="Picture 2" descr="ovito_Al_polycrys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Метод Вороного, случайные ориентации зёрен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Деформированное состояние (LAMMPS → OVITO)</a:t>
            </a:r>
          </a:p>
        </p:txBody>
      </p:sp>
      <p:pic>
        <p:nvPicPr>
          <p:cNvPr id="3" name="Picture 2" descr="ovito_tension_Cu_T300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6291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Cu, 300 K: финальный кадр dump_tension.lammpstrj, раскраска по координате X (направление растяжения)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9144000" cy="109728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6974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Результаты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Диаграммы σ–ε: Cu и Al (0, 300, 600 K)</a:t>
            </a:r>
          </a:p>
        </p:txBody>
      </p:sp>
      <p:pic>
        <p:nvPicPr>
          <p:cNvPr id="3" name="Picture 2" descr="stress_strain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36024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Поликристалл, ε̇ = 10⁹ s⁻¹, ε до ~3%, потенциалы EAM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Медь (Cu): напряжение–деформация</a:t>
            </a:r>
          </a:p>
        </p:txBody>
      </p:sp>
      <p:pic>
        <p:nvPicPr>
          <p:cNvPr id="3" name="Picture 2" descr="stress_strain_C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592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σ_max снижается с ростом T (0 → 600 K)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Алюминий (Al): напряжение–деформация</a:t>
            </a:r>
          </a:p>
        </p:txBody>
      </p:sp>
      <p:pic>
        <p:nvPicPr>
          <p:cNvPr id="3" name="Picture 2" descr="stress_strain_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559298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263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5555"/>
                </a:solidFill>
              </a:defRPr>
            </a:pPr>
            <a:r>
              <a:t>Три температуры, одноосное растяжение по X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 b="1">
                <a:solidFill>
                  <a:srgbClr val="1A365D"/>
                </a:solidFill>
              </a:defRPr>
            </a:pPr>
            <a:r>
              <a:t>Сводка численных результатов</a:t>
            </a:r>
          </a:p>
        </p:txBody>
      </p:sp>
      <p:pic>
        <p:nvPicPr>
          <p:cNvPr id="3" name="Picture 2" descr="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2831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Выводы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ATOMSK эффективен для генерации поликристаллов без ручной расстановки атомов.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Связка ATOMSK → LAMMPS → OVITO — стандартный пайплайн в материаловедении.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Получены кривые σ–ε для Cu и Al при трёх температурах.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Для количественного согласия с экспериментом нужны большие образцы и медленнее ε̇.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 b="1">
                <a:solidFill>
                  <a:srgbClr val="1A365D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Вопросы?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Материалы проекта: ~/Downloads/atomsk-polycrystal-tension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README_RU.md — пошаговая инструкция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